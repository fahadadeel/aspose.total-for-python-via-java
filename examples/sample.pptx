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Ahmed sahi" initials="AAs" lastIdx="3" clrIdx="0">
    <p:extLst>
      <p:ext uri="{19B8F6BF-5375-455C-9EA6-DF929625EA0E}">
        <p15:presenceInfo xmlns:p15="http://schemas.microsoft.com/office/powerpoint/2012/main" userId="e3d2188be5630b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Master Slide Test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C41043-725E-F9E1-90A7-719D07DD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60E96DD-5246-3687-F22F-288D5621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EC4687D-5779-4FC5-9522-86728052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CFB7F1-7D4D-F6E4-74CC-631C83A7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291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771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188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811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846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173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5499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206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0241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3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7182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233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0685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76402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7105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46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545FC-467E-49ED-A4CF-AFF1C5CF157F}" type="datetimeFigureOut">
              <a:rPr lang="en-PK" smtClean="0"/>
              <a:t>19/10/2023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3554D9-C027-4C6B-86BD-AACC85B079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057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1F9B6-A07B-E5FB-D8D3-BD7430A94152}"/>
              </a:ext>
            </a:extLst>
          </p:cNvPr>
          <p:cNvSpPr txBox="1"/>
          <p:nvPr/>
        </p:nvSpPr>
        <p:spPr>
          <a:xfrm>
            <a:off x="2726575" y="448887"/>
            <a:ext cx="47452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en-US" sz="2000" b="1" dirty="0"/>
          </a:p>
          <a:p>
            <a:endParaRPr lang="en-AS" sz="2000" b="1" dirty="0"/>
          </a:p>
        </p:txBody>
      </p:sp>
    </p:spTree>
    <p:extLst>
      <p:ext uri="{BB962C8B-B14F-4D97-AF65-F5344CB8AC3E}">
        <p14:creationId xmlns:p14="http://schemas.microsoft.com/office/powerpoint/2010/main" val="261312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40483B-C81E-CED8-F49C-05603A4F8BCF}"/>
              </a:ext>
            </a:extLst>
          </p:cNvPr>
          <p:cNvSpPr/>
          <p:nvPr/>
        </p:nvSpPr>
        <p:spPr>
          <a:xfrm>
            <a:off x="1163498" y="152527"/>
            <a:ext cx="7878901" cy="5582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600"/>
              </a:spcAft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Lorem ipsum dolor sit amet, consectetuer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adipiscing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elit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Maecenas porttitor congue massa. Fusce posuere, magna sed pulvinar ultricies, purus lectus malesuada libero, sit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comodo magna eros quis urna.</a:t>
            </a: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Nunc viverra imperdiet enim. Fusce est. Vivamus a tellus.</a:t>
            </a: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Pellentesque habitant morbi tristique senectus et netus et malesuada fames ac turpis egestas. Proin pharetra nonummy pede. Mauris et orci.</a:t>
            </a:r>
          </a:p>
          <a:p>
            <a:pPr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</a:pPr>
            <a:endParaRPr lang="en-PK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2708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</TotalTime>
  <Words>107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</vt:vector>
  </TitlesOfParts>
  <Manager>Usman</Manager>
  <Company>Company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Ltd.</dc:title>
  <dc:creator>Ali Ahmed sahi</dc:creator>
  <cp:lastModifiedBy>Muhammad Umar</cp:lastModifiedBy>
  <cp:revision>7</cp:revision>
  <dcterms:created xsi:type="dcterms:W3CDTF">2018-12-30T22:00:28Z</dcterms:created>
  <dcterms:modified xsi:type="dcterms:W3CDTF">2023-10-19T08:14:40Z</dcterms:modified>
</cp:coreProperties>
</file>